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9728" cy="201168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FALSAFIY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Jan Bodriyar g'oyalari asosida
virtual reallik va axloqiy muammolar tahlili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46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0B8C1"/>
                </a:solidFill>
                <a:latin typeface="Calibri"/>
              </a:rPr>
              <a:t>Simulyakr • Giperreallik • Axloq • Raqamli davr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0B8C1"/>
                </a:solidFill>
                <a:latin typeface="Calibri"/>
              </a:rPr>
              <a:t>Prezentatsiya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A43"/>
                </a:solidFill>
                <a:latin typeface="Calibri"/>
              </a:rPr>
              <a:t>Reja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Jan Bodriyar haqida qisqacha ma'lumot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163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6207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Asosiy tushunchalar: simulyakr va simulyatsiya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221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Giperreallik nazariyasi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617720"/>
            <a:ext cx="640080" cy="640080"/>
          </a:xfrm>
          <a:prstGeom prst="ellipse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365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8231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Tasvirning to'rt bosqichi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737360"/>
            <a:ext cx="640080" cy="64008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562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2A43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0195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Virtual reallikning falsafiy tabiati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163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2A43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86207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Axloqiy muammolar: haqiqat va yolg'on chegarasi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764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2A43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8221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Zamonaviy raqamli olamga ta'siri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617720"/>
            <a:ext cx="640080" cy="64008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365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A2A43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8231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Xulosa va munozara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Jan Bodriyar (Jean Baudrillard) kim?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Qisqacha ma'lumot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F5F5F0"/>
                </a:solidFill>
                <a:latin typeface="Calibri"/>
              </a:rPr>
              <a:t>•  1929–2007 — Frantsuz faylasufi va sotsiologi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F5F5F0"/>
                </a:solidFill>
                <a:latin typeface="Calibri"/>
              </a:rPr>
              <a:t>•  Postmodern falsafa va madaniyat tanqidchisi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F5F5F0"/>
                </a:solidFill>
                <a:latin typeface="Calibri"/>
              </a:rPr>
              <a:t>•  Sorbonna universitetida sotsiologiya bo'yicha tahsil olgan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F5F5F0"/>
                </a:solidFill>
                <a:latin typeface="Calibri"/>
              </a:rPr>
              <a:t>•  Iste'molchilik jamiyati va ommaviy axborot tahlili bilan shug'ullangan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F5F5F0"/>
                </a:solidFill>
                <a:latin typeface="Calibri"/>
              </a:rPr>
              <a:t>•  G'oyalari kino, san'at va texnologiyaga katta ta'sir ko'rsatgan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463040"/>
            <a:ext cx="4572000" cy="493776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54A"/>
                </a:solidFill>
                <a:latin typeface="Calibri"/>
              </a:rPr>
              <a:t>Asosiy asarlari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1970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Iste'molchilik jamiyati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175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1981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Simulyakr va simulyatsiya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4903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1991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3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Fors ko'rfazi urushi bo'lmagan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480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1995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80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Mukammal jinoyat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2000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12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Yovuzlikning shaffofligi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2A43"/>
                </a:solidFill>
                <a:latin typeface="Calibri"/>
              </a:rPr>
              <a:t>Asosiy tushunchalar: Simulyakr va Simulyatsiya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303520" cy="4846320"/>
          </a:xfrm>
          <a:prstGeom prst="round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SIMULYAKR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Nusxasi bo'lmagan nusxa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Bodriyar fikricha, simulyakr — bu asl narsani aks ettirmaydigan, balki o'zi mustaqil ravishda mavjud bo'lgan tasvir yoki belgidir.
U haqiqatdan ajralib chiqib, o'zining alohida "haqiqati"ni yaratadi. Belgilar endi narsalarni emas, boshqa belgilarni ifodalaydi.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03520" cy="4846320"/>
          </a:xfrm>
          <a:prstGeom prst="round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SIMULYATSIYA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2A43"/>
                </a:solidFill>
                <a:latin typeface="Calibri"/>
              </a:rPr>
              <a:t>Haqiqatni almashtirish jarayoni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Simulyatsiya — bu shunday holatki, unda asl bilan nusxa, haqiqat bilan tasavvur o'rtasidagi farq yo'qoladi.
Natijada inson o'zi yashayotgan dunyoning haqiqiymi yoki yo'qligini aniqlay olmay qoladi. Bu — postmodern shart-sharoitning markaziy holatidir.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Giperreallik nazariyasi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Calibri"/>
              </a:rPr>
              <a:t>"Giperreallik — bu haqiqatdan ham haqiqiyroq bo'lib tuyuladigan reallik."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0"/>
                </a:solidFill>
                <a:latin typeface="Calibri"/>
              </a:rPr>
              <a:t>Bodriyar fikricha, zamonaviy jamiyatda ommaviy axborot vositalari, reklama va raqamli texnologiyalar shunday tasvirlar yaratadiki, ular asl voqelikdan kuchliroq, jonliroq va ishonchliroq ko'rinadi. Inson endi haqiqatga emas, uning tasviriga ishonadi.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57600"/>
            <a:ext cx="3566160" cy="2651760"/>
          </a:xfrm>
          <a:prstGeom prst="roundRect">
            <a:avLst/>
          </a:prstGeom>
          <a:solidFill>
            <a:srgbClr val="143D5C"/>
          </a:solidFill>
          <a:ln w="1905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DISNEYLAND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Sun'iy yaratilgan dunyo bo'lib, Amerika hayotini "haqiqiyroq" qilib ko'rsatadi.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657600"/>
            <a:ext cx="3566160" cy="2651760"/>
          </a:xfrm>
          <a:prstGeom prst="roundRect">
            <a:avLst/>
          </a:prstGeom>
          <a:solidFill>
            <a:srgbClr val="143D5C"/>
          </a:solidFill>
          <a:ln w="1905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REALITY-SHOULAR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3434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Tahrir qilingan, sahnalashtirilgan voqealar tomoshabin uchun haqiqat sifatida taqdim etiladi.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657600"/>
            <a:ext cx="3566160" cy="2651760"/>
          </a:xfrm>
          <a:prstGeom prst="roundRect">
            <a:avLst/>
          </a:prstGeom>
          <a:solidFill>
            <a:srgbClr val="143D5C"/>
          </a:solidFill>
          <a:ln w="1905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IJTIMOIY TARMOQLAR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43434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Foydalanuvchilar o'z hayotining "yaxshilangan" versiyasini ko'rsatadi va o'zlari ham unga ishonadi.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2A43"/>
                </a:solidFill>
                <a:latin typeface="Calibri"/>
              </a:rPr>
              <a:t>Tasvirning to'rt bosqichi (Bodriyar)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5176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Aks ettirish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0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Tasvir chuqur haqiqatni
aks ettiradi. Belgi va
voqelik mos keladi.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651760" cy="118872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Buzib ko'rsatish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346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0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06324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Tasvir haqiqatni
yashiradi va buzadi.
Belgi haqiqatni soxtalashtiradi.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2651760" cy="118872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Yashirish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8346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0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Tasvir haqiqatning
yo'qligini niqoblaydi.
U "bormi" degan illyuziya yaratadi.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2651760" cy="11887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916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Sof simulyakr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834640"/>
            <a:ext cx="265176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0B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06324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Tasvir haqiqatga
umuman bog'liq emas.
U o'zining sof simulyakridir.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2A43"/>
                </a:solidFill>
                <a:latin typeface="Calibri"/>
              </a:rPr>
              <a:t>Haqiqatdan uzoqlashish yo'nalishi  →  Sof simulyatsiyaga o'tish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Virtual reallikning falsafiy tabiati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B54A"/>
                </a:solidFill>
                <a:latin typeface="Calibri"/>
              </a:rPr>
              <a:t>Bodriyar nuqtai nazaridan virtual reallik (VR)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2A43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84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B54A"/>
                </a:solidFill>
                <a:latin typeface="Calibri"/>
              </a:rPr>
              <a:t>Haqiqatning oxiri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VR — bu Bodriyar bashorat qilgan giperreallikning eng yuqori ko'rinishi. Foydalanuvchi tanasidan, makondan va hatto vaqtdan ajralib, sof simulyatsiyaga kiradi.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82111"/>
            <a:ext cx="502920" cy="50292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19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2A43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63823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B54A"/>
                </a:solidFill>
                <a:latin typeface="Calibri"/>
              </a:rPr>
              <a:t>Tana va ong dixotomiyasi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02151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VR ongni jismoniy tanadan "ajratadi". Bu insonning o'zi haqidagi tushunchasini, identifikatsiyasini va mavjudligini qayta ko'rib chiqishga majbur qiladi.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261104"/>
            <a:ext cx="502920" cy="50292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251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2A43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4281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B54A"/>
                </a:solidFill>
                <a:latin typeface="Calibri"/>
              </a:rPr>
              <a:t>Ramziy almashinuvning yo'qolishi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81144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An'anaviy madaniyatda belgilar haqiqiy munosabatlarni ifodalagan. VRda esa belgilar faqat boshqa belgilarga ishora qiladi — yopiq tizim paydo bo'ladi.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40096"/>
            <a:ext cx="502920" cy="50292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0410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2A43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21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B54A"/>
                </a:solidFill>
                <a:latin typeface="Calibri"/>
              </a:rPr>
              <a:t>Yangi "haqiqat" turi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60136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0"/>
                </a:solidFill>
                <a:latin typeface="Calibri"/>
              </a:rPr>
              <a:t>VR — yolg'on emas, lekin haqiqat ham emas. U — uchinchi turdagi mavjudlik: texnologik vositachilik orqali yaratilgan giper-haqiqat.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A2A43"/>
                </a:solidFill>
                <a:latin typeface="Calibri"/>
              </a:rPr>
              <a:t>Axloqiy muammolar: haqiqat va yolg'on chegarasi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Haqiqat tushunchasining yemirilishi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Agar simulyatsiya haqiqatdan farq qilmasa, yolg'on va rost o'rtasidagi axloqiy chegara qaerda? Inson nimaga ishonishi kerak?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Mas'uliyat masalasi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945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Virtual makonda qilingan harakatlar (zo'ravonlik, aldash) uchun kim javob beradi? Ular axloqiy jihatdan haqiqiymi?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Identifikatsiya va shaxs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Avatarlar va raqamli ego — bu "men"ning haqiqiy ifodasimi yoki yana bir simulyakrmi?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Empatiya va begonalashuv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Ekran orqali muloqot insoniy hamdardlikni kamaytiradi. Ekranda azob ko'rgan boshqalar — endi shunchaki tasvir.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8620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Manipulyatsiya xavfi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6634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Hokimiyat va korporatsiyalar giperreallik orqali jamoatchilik fikrini boshqarishi mumkin (masalan, deepfake, soxta yangiliklar).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86200"/>
            <a:ext cx="361188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886200"/>
            <a:ext cx="109728" cy="2286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Erkin iroda muammosi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634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Algoritmlar va simulyatsiyalar bizning tanlovimizni shakllantirsa, biz haqiqatan ham erkinmizmi?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486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Zamonaviy raqamli olamga ta'siri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0B8C1"/>
                </a:solidFill>
                <a:latin typeface="Calibri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91672" cy="1270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54A"/>
                </a:solidFill>
                <a:latin typeface="Calibri"/>
              </a:rPr>
              <a:t>Bodriyar g'oyalari bugun qanchalik dolzarb?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5394960" cy="42976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RAQAMLI HAYOT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F5F5F0"/>
                </a:solidFill>
                <a:latin typeface="Calibri"/>
              </a:rPr>
              <a:t>•  Ijtimoiy tarmoqlardagi "ideal hayot" — sof simulyakr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F5F5F0"/>
                </a:solidFill>
                <a:latin typeface="Calibri"/>
              </a:rPr>
              <a:t>•  Deepfake va sun'iy intellekt yaratgan kontent — haqiqatni shubha ostiga oladi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F5F5F0"/>
                </a:solidFill>
                <a:latin typeface="Calibri"/>
              </a:rPr>
              <a:t>•  Metaverse — Bodriyar bashoratining moddiylashishi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F5F5F0"/>
                </a:solidFill>
                <a:latin typeface="Calibri"/>
              </a:rPr>
              <a:t>•  Onlayn shaxsiyatlar (avatar, profil) — yangi "men" turlari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F5F5F0"/>
                </a:solidFill>
                <a:latin typeface="Calibri"/>
              </a:rPr>
              <a:t>•  Algoritmik puzyrlar — har bir foydalanuvchi o'z giperrealligida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394960" cy="4297680"/>
          </a:xfrm>
          <a:prstGeom prst="round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2A43"/>
                </a:solidFill>
                <a:latin typeface="Calibri"/>
              </a:rPr>
              <a:t>MADANIYAT VA SIYOSAT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Soxta yangiliklar (fake news) — haqiqat siyosiy qurolga aylandi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Reklama va brendlar — narsani emas, tasvirni sotadi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Urush va inqirozlar — ekran orqali "shou"ga aylanadi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Madaniyat takror ishlab chiqarish (remake, remix) ustidan qurilgan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Tarixiy haqiqat — turli versiyalarda "qayta yoziladi"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400800"/>
            <a:ext cx="10972800" cy="36576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731520"/>
            <a:ext cx="73152" cy="73152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54A"/>
                </a:solidFill>
                <a:latin typeface="Calibri"/>
              </a:rPr>
              <a:t>Jan Bodriyar bizga muhim ogohlantirish qoldirdi: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560320"/>
            <a:ext cx="228600" cy="2286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4688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0"/>
                </a:solidFill>
                <a:latin typeface="Calibri"/>
              </a:rPr>
              <a:t>Virtual reallik shunchaki texnologiya emas — bu falsafiy va axloqiy hodisa.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337560"/>
            <a:ext cx="228600" cy="2286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2461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0"/>
                </a:solidFill>
                <a:latin typeface="Calibri"/>
              </a:rPr>
              <a:t>Haqiqat va simulyatsiya o'rtasidagi chegara yo'qolib borayotgan davrda inson tanqidiy fikrlashni saqlab qolishi kerak.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4114800"/>
            <a:ext cx="228600" cy="2286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40233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0"/>
                </a:solidFill>
                <a:latin typeface="Calibri"/>
              </a:rPr>
              <a:t>Axloq endi nafaqat haqiqiy dunyoda, balki raqamli makonda ham qayta tiklanishi lozim.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4892040"/>
            <a:ext cx="228600" cy="228600"/>
          </a:xfrm>
          <a:prstGeom prst="ellipse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8006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0"/>
                </a:solidFill>
                <a:latin typeface="Calibri"/>
              </a:rPr>
              <a:t>Bodriyar g'oyalari — bu pessimizm emas, balki ongli yashashga chaqiriqdir.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B54A"/>
                </a:solidFill>
                <a:latin typeface="Calibri"/>
              </a:rPr>
              <a:t>"Endi haqiqat yo'q — faqat uning simulyatsiyasi bor."  — J. Bodriyar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400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